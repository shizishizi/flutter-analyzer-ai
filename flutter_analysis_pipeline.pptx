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8686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插件智能分析引擎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228600" y="557784"/>
            <a:ext cx="868680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A3AF"/>
                </a:solidFill>
              </a:rPr>
              <a:t>opencode  ·  Multi-Skill 自动化流水线  ·  五步独立分析  +  第六步静默交叉修正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0" y="786384"/>
            <a:ext cx="9144000" cy="20117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4124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41248"/>
            <a:ext cx="2816352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886968"/>
            <a:ext cx="2560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886968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云服务拓扑检测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" y="1170432"/>
            <a:ext cx="26700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596896"/>
            <a:ext cx="2816352" cy="201168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596896"/>
            <a:ext cx="2816352" cy="0"/>
          </a:xfrm>
          <a:prstGeom prst="line">
            <a:avLst/>
          </a:prstGeom>
          <a:noFill/>
          <a:ln w="6350">
            <a:solidFill>
              <a:srgbClr val="CCEC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968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0F766E"/>
                </a:solidFill>
              </a:rPr>
              <a:t>topology · services · evidence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20040" y="1216152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F766E"/>
                </a:solidFill>
              </a:rPr>
              <a:t>三分类：</a:t>
            </a:r>
            <a:r>
              <a:rPr lang="en-US" sz="700" dirty="0">
                <a:solidFill>
                  <a:srgbClr val="111827"/>
                </a:solidFill>
              </a:rPr>
              <a:t>pure_edge  ·  centralized  ·  decentralized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0040" y="1492301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1a  grep 50+ 厂商关键词（Firebase · JPush · Agora 等）→ centralized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0040" y="1768450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1b  检测可配置端点参数（baseUrl · mqttHost · brokerUrl · endpoint）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0040" y="2044598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1c  扫描硬编码外部 URL（过滤注释和测试文件）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0040" y="2320747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优先级：厂商命中  ›  P2P/可配置协议  ›  无外部调用 = pure_edge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154680" y="84124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841248"/>
            <a:ext cx="2816352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886968"/>
            <a:ext cx="2560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02152" y="886968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付费功能分析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7832" y="1170432"/>
            <a:ext cx="26700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54680" y="2596896"/>
            <a:ext cx="2816352" cy="201168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2596896"/>
            <a:ext cx="2816352" cy="0"/>
          </a:xfrm>
          <a:prstGeom prst="line">
            <a:avLst/>
          </a:prstGeom>
          <a:noFill/>
          <a:ln w="6350">
            <a:solidFill>
              <a:srgbClr val="CCEC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5968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0F766E"/>
                </a:solidFill>
              </a:rPr>
              <a:t>involves_payment · plugin_paid · cloud_paid · payment_type[8种]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246120" y="1216152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F766E"/>
                </a:solidFill>
              </a:rPr>
              <a:t>两维度：</a:t>
            </a:r>
            <a:r>
              <a:rPr lang="en-US" sz="700" dirty="0">
                <a:solidFill>
                  <a:srgbClr val="111827"/>
                </a:solidFill>
              </a:rPr>
              <a:t>plugin_paid（商业授权）+  cloud_paid（付费云服务）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46120" y="1492301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plugin_paid：grep LICENSE/README → proprietary · All Rights Reserved · purchase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46120" y="1768450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cloud_paid：匹配 pubspec 中 57 个付费 SDK（8 类）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46120" y="2044598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i="1" dirty="0">
                <a:solidFill>
                  <a:srgbClr val="6B7280"/>
                </a:solidFill>
              </a:rPr>
              <a:t>  内购 · 支付处理 · 广告 · RTC · IM · 推送 · 归因分析 · APM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46120" y="2320747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补充：iOS Podfile · Android build.gradle · example/ API Key 信号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80760" y="84124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841248"/>
            <a:ext cx="2816352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53912" y="886968"/>
            <a:ext cx="2560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③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28232" y="886968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许可证分析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53912" y="1170432"/>
            <a:ext cx="26700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2596896"/>
            <a:ext cx="2816352" cy="201168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2596896"/>
            <a:ext cx="2816352" cy="0"/>
          </a:xfrm>
          <a:prstGeom prst="line">
            <a:avLst/>
          </a:prstGeom>
          <a:noFill/>
          <a:ln w="6350">
            <a:solidFill>
              <a:srgbClr val="CCEC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2596896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0F766E"/>
                </a:solidFill>
              </a:rPr>
              <a:t>type · commercial_friendly · restrictions[]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172200" y="1216152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F766E"/>
                </a:solidFill>
              </a:rPr>
              <a:t>四分类：</a:t>
            </a:r>
            <a:r>
              <a:rPr lang="en-US" sz="700" dirty="0">
                <a:solidFill>
                  <a:srgbClr val="111827"/>
                </a:solidFill>
              </a:rPr>
              <a:t>宽松 · 传染性 · 专有 · 未声明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72200" y="1492301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读取 LICENSE 文件 + pubspec.yaml license 字段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172200" y="1768450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宽松（MIT · Apache-2.0 · BSD）→ commercial_friendly: true，restrictions: []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172200" y="2044598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传染性：GPL/AGPL 需整体开源；LGPL 动态链接豁免；MPL 文件级传染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172200" y="2320747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专有 → 禁止逆向再分发；未声明 → 默认版权保留，不建议商用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8600" y="2889504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2889504"/>
            <a:ext cx="2816352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2935224"/>
            <a:ext cx="2560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④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76072" y="2935224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厂商平台识别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01752" y="3218688"/>
            <a:ext cx="26700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" y="4645152"/>
            <a:ext cx="2816352" cy="201168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4645152"/>
            <a:ext cx="2816352" cy="0"/>
          </a:xfrm>
          <a:prstGeom prst="line">
            <a:avLst/>
          </a:prstGeom>
          <a:noFill/>
          <a:ln w="6350">
            <a:solidFill>
              <a:srgbClr val="CCEC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645152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0F766E"/>
                </a:solidFill>
              </a:rPr>
              <a:t>label · confidence(high/medium/low) · evidence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90195" y="3286125"/>
            <a:ext cx="2754630" cy="254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· XIAOMI · OPPO · VIVO · HONOR · MEIZU · AGGREGATOR · NONE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0040" y="3540557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1  pubspec.yaml 包名前缀（huawei_ · firebase_ · xiaomi_ 等）→ high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0040" y="3816706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2  android/build.gradle gradle 插件 + maven 仓库地址（agcp · play-services）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20040" y="4092854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3  Dart/Kotlin/Java source import 关键类名（HmsInstanceId 等）→ medium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20040" y="4369003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聚合判断：≥2 厂商信号 OR 友盟/极光/个推/融云 → AGGREGATOR_PLATFORM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154680" y="2889504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54680" y="2889504"/>
            <a:ext cx="2816352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27832" y="2935224"/>
            <a:ext cx="2560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⑤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502152" y="2935224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功能分类标注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27832" y="3218688"/>
            <a:ext cx="26700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54680" y="4645152"/>
            <a:ext cx="2816352" cy="201168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154680" y="4645152"/>
            <a:ext cx="2816352" cy="0"/>
          </a:xfrm>
          <a:prstGeom prst="line">
            <a:avLst/>
          </a:prstGeom>
          <a:noFill/>
          <a:ln w="6350">
            <a:solidFill>
              <a:srgbClr val="CCEC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46120" y="4645152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0F766E"/>
                </a:solidFill>
              </a:rPr>
              <a:t>feature_list(5–15条) · summary · taxonomy1/2/3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3246120" y="3264408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0F766E"/>
                </a:solidFill>
              </a:rPr>
              <a:t>5步分析：</a:t>
            </a:r>
            <a:r>
              <a:rPr lang="en-US" sz="700" dirty="0">
                <a:solidFill>
                  <a:srgbClr val="111827"/>
                </a:solidFill>
              </a:rPr>
              <a:t>三套分类体系独立输出，互不参考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246120" y="3540557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1-2  读 pubspec + README + lib/ 公开 API（Future · Stream · static 方法）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246120" y="3816706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3   按 18 个一级分类分别 grep 关键词，命中文件数决策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246120" y="4092854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4   命中 ≥2 文件的分类深读核心 .dart 文件确认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246120" y="4369003"/>
            <a:ext cx="2633472" cy="27614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00" dirty="0">
                <a:solidFill>
                  <a:srgbClr val="111827"/>
                </a:solidFill>
              </a:rPr>
              <a:t>Step 5   英文 key（18分类）/  SDK字典（中文）独立输出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080760" y="2889504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80760" y="2889504"/>
            <a:ext cx="2816352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53912" y="2935224"/>
            <a:ext cx="25603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766E"/>
                </a:solidFill>
              </a:rPr>
              <a:t>⑥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428232" y="2935224"/>
            <a:ext cx="23774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</a:rPr>
              <a:t>静默交叉修正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53912" y="3218688"/>
            <a:ext cx="26700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80760" y="4645152"/>
            <a:ext cx="2816352" cy="201168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80760" y="4645152"/>
            <a:ext cx="2816352" cy="0"/>
          </a:xfrm>
          <a:prstGeom prst="line">
            <a:avLst/>
          </a:prstGeom>
          <a:noFill/>
          <a:ln w="6350">
            <a:solidFill>
              <a:srgbClr val="CCEC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72200" y="4645152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0F766E"/>
                </a:solidFill>
              </a:rPr>
              <a:t>修正直接体现在主字段 · 六字段合并输出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6172200" y="3264408"/>
            <a:ext cx="263347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F766E"/>
                </a:solidFill>
              </a:rPr>
              <a:t>静默执行，修正结果直接反映在主字段，无修正记录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172200" y="3511296"/>
            <a:ext cx="420624" cy="377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C1–C3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6611112" y="3511296"/>
            <a:ext cx="2194560" cy="377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6B7280"/>
                </a:solidFill>
              </a:rPr>
              <a:t>topology=pure_edge 且 cloud_paid=true / services非空 / payment_type含云服务
</a:t>
            </a:r>
            <a:r>
              <a:rPr lang="en-US" sz="650" b="1" dirty="0">
                <a:solidFill>
                  <a:srgbClr val="0F766E"/>
                </a:solidFill>
              </a:rPr>
              <a:t>→ 强制修正为 centralized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172200" y="3889248"/>
            <a:ext cx="420624" cy="377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C4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611112" y="3889248"/>
            <a:ext cx="2194560" cy="377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6B7280"/>
                </a:solidFill>
              </a:rPr>
              <a:t>involves_payment  ≠  plugin_paid  OR  cloud_paid
</a:t>
            </a:r>
            <a:r>
              <a:rPr lang="en-US" sz="650" b="1" dirty="0">
                <a:solidFill>
                  <a:srgbClr val="0F766E"/>
                </a:solidFill>
              </a:rPr>
              <a:t>→ 自动对齐布尔值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6172200" y="4267200"/>
            <a:ext cx="420624" cy="377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W2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611112" y="4267200"/>
            <a:ext cx="2194560" cy="3779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650" dirty="0">
                <a:solidFill>
                  <a:srgbClr val="6B7280"/>
                </a:solidFill>
              </a:rPr>
              <a:t>mobile_platform≠NONE 且 services不含对应厂商名
</a:t>
            </a:r>
            <a:r>
              <a:rPr lang="en-US" sz="650" b="1" dirty="0">
                <a:solidFill>
                  <a:srgbClr val="0F766E"/>
                </a:solidFill>
              </a:rPr>
              <a:t>→ confidence 降为 low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F0FDF9"/>
          </a:solidFill>
          <a:ln w="12700">
            <a:solidFill>
              <a:srgbClr val="F0FDF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4910328"/>
            <a:ext cx="9144000" cy="0"/>
          </a:xfrm>
          <a:prstGeom prst="line">
            <a:avLst/>
          </a:prstGeom>
          <a:noFill/>
          <a:ln w="6350">
            <a:solidFill>
              <a:srgbClr val="CCEC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28600" y="4910328"/>
            <a:ext cx="8686800" cy="2331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F766E"/>
                </a:solidFill>
              </a:rPr>
              <a:t>→ JSON 报告    repo_url  ·  analyzed_at  ·  cloud_services  ·  payment  ·  license  ·  mobile_platform  ·  features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1934</Words>
  <Application>WPS 表格</Application>
  <PresentationFormat>On-screen Show (16:9)</PresentationFormat>
  <Paragraphs>106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Helvetica Neue</vt:lpstr>
      <vt:lpstr>Calibri</vt:lpstr>
      <vt:lpstr>Calibri</vt:lpstr>
      <vt:lpstr>汉仪书宋二KW</vt:lpstr>
      <vt:lpstr>宋体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yt</cp:lastModifiedBy>
  <cp:revision>2</cp:revision>
  <dcterms:created xsi:type="dcterms:W3CDTF">2026-03-15T03:06:23Z</dcterms:created>
  <dcterms:modified xsi:type="dcterms:W3CDTF">2026-03-15T03:06:23Z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985E1944B546B34A2F22B669D4CC298F_42</vt:lpwstr>
  </property>
</Properties>
</file>